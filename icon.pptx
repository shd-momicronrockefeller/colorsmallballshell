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E4203-F570-B8C6-1681-63AED627D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8980CA-75CB-53C2-8349-CB8FE07AF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F760CC-A2AB-3D83-53F9-D1D34A3E2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AB06C3-8D99-1309-665F-67E5C61B6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222167-7520-7F29-BA70-4BE4B1D5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852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8B008-52CD-6FE3-EC32-C2D03B62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1786FB-DD3F-EAEA-C14D-B6319C305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9879B9-09AA-AEB3-EFE0-8492B762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29F460-AAAF-11F4-AE54-BD774CAB3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DE6786-886B-057E-F84F-554EA543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75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241F1-CE8A-1331-7906-6CD8E109A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9C501E-A851-7F12-1E90-10B97ECBE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99D6B4-45F0-F825-B835-F5FF91EF7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1E1D99-C0E3-81B5-6DE4-B6E76446D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3AD7AE-77FB-B3F9-3D63-5ACBD1C1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487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F5A10-82FC-3B61-E5D4-A697B979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72E35-F31A-05CF-570F-2E927B5BB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45DD9F-DC82-0FC9-12BB-945FEC33C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0CE08-D446-93CE-5C88-B90C78486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87C4CC-3A6A-CC4C-6952-6EC5524B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3DEC5D-8FF2-E11D-FE2A-20D2144E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97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83971-5894-E6EE-09FB-3C337327A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04F7DA-8EB4-8A3F-8FB3-8478D94B3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03E8B6-3C9D-F46E-1849-4D9C31D8D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618FB7-B9CA-0F2C-5ACB-9C3DB57D9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17D81B-AA8A-2918-6CF3-C328EDB9E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FA9914-F636-E46F-9BEB-39D24200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9F33A8-48F5-6C84-8BF8-4935970B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73B391-A5CD-184B-7EAC-8079C9A8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1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222E3-EF62-F524-44B5-593DB758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BE201D-8C72-1233-5EA2-FEDB3BD5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8E1202-748C-F844-8B7F-FCBE8751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80001C-371A-1F65-1E27-418B6000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42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92A335-E132-143C-8F95-124CA7EB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1817BD-053C-0871-218A-4471EA0AB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0722F8-608F-B3C8-F26E-2B9F094A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56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0207D-7195-5AD2-78F6-4020EF342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F68E1F-4A67-9391-0CC1-9B1D6BF98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B877C6-65BE-9FA4-973C-480C2B8CA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07F96C-013A-2BFE-76F5-DC4E13D4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39E591-8A68-35D7-C949-C8B20E22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5C7C3E-A8B1-F07C-E507-C17BE40CE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95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C032E-AAD5-DAA4-7128-DFC0EF136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C43252-3436-B664-5E78-1C14A0DC74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57A3A1-6977-769A-4EE3-8A0892B5C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8014AA-9A1C-3848-4C04-4EC346F14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E915A5-616A-5960-72F5-22565B4A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041B2F-C1F6-978D-9A13-0FB87870F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918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207AD-4D73-0F46-8A05-69439094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68D25-01CD-A310-A607-5667EB1CF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33DD36-75FE-622A-D9D9-D68A25C03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C935EA-668B-1857-4FC1-53E142C24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C6A024-7BE9-68F7-7731-AB06BC5B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15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5CB1D9-AB6B-973B-2F4E-67E517A28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B58785-F0CC-A37E-2DA6-C3EB9A917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9053C-DCF2-7183-76DB-26F36A646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451ADE-9ED6-BE9C-A37E-9DE236BF6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1F0EEF-0B2E-0791-9E2F-9CF645E9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24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127AB7-7DF2-6067-C766-66781A5E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B086C-8536-8A43-726F-310225A03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C8B7C-D65C-DD17-807D-A30FB5FE9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20766-6DAD-43AB-A2A5-BBD061A10863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FD17D9-5C00-4332-41DF-BDB7CEB220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00F7D3-F397-89BE-BC81-9E1E21C73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F67BD-4751-4ADC-9D54-347F92E49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19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9CABF290-6F25-80B0-3537-A37C9BB9732F}"/>
              </a:ext>
            </a:extLst>
          </p:cNvPr>
          <p:cNvGrpSpPr/>
          <p:nvPr/>
        </p:nvGrpSpPr>
        <p:grpSpPr>
          <a:xfrm rot="18900000">
            <a:off x="3973772" y="649549"/>
            <a:ext cx="4244454" cy="4244454"/>
            <a:chOff x="3762375" y="285750"/>
            <a:chExt cx="6115050" cy="611505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4D49BFE8-A9ED-B4D7-5045-1001C66D3C59}"/>
                </a:ext>
              </a:extLst>
            </p:cNvPr>
            <p:cNvSpPr/>
            <p:nvPr/>
          </p:nvSpPr>
          <p:spPr>
            <a:xfrm>
              <a:off x="3762375" y="285750"/>
              <a:ext cx="4076700" cy="4076700"/>
            </a:xfrm>
            <a:prstGeom prst="ellipse">
              <a:avLst/>
            </a:prstGeom>
            <a:solidFill>
              <a:srgbClr val="F0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E5A9982-4006-7C08-08F8-833DAB4072FD}"/>
                </a:ext>
              </a:extLst>
            </p:cNvPr>
            <p:cNvSpPr/>
            <p:nvPr/>
          </p:nvSpPr>
          <p:spPr>
            <a:xfrm>
              <a:off x="3762375" y="2324100"/>
              <a:ext cx="4076700" cy="4076700"/>
            </a:xfrm>
            <a:prstGeom prst="rect">
              <a:avLst/>
            </a:prstGeom>
            <a:solidFill>
              <a:srgbClr val="F0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85FBBA7-8EBF-84ED-A7C7-747E5ED3C1DC}"/>
                </a:ext>
              </a:extLst>
            </p:cNvPr>
            <p:cNvSpPr/>
            <p:nvPr/>
          </p:nvSpPr>
          <p:spPr>
            <a:xfrm>
              <a:off x="5800725" y="2324100"/>
              <a:ext cx="4076700" cy="4076700"/>
            </a:xfrm>
            <a:prstGeom prst="ellipse">
              <a:avLst/>
            </a:prstGeom>
            <a:solidFill>
              <a:srgbClr val="F086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352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ΣOmicron SHD</dc:creator>
  <cp:lastModifiedBy>ΣOmicron SHD</cp:lastModifiedBy>
  <cp:revision>2</cp:revision>
  <dcterms:created xsi:type="dcterms:W3CDTF">2026-04-21T10:43:33Z</dcterms:created>
  <dcterms:modified xsi:type="dcterms:W3CDTF">2026-04-21T10:45:04Z</dcterms:modified>
</cp:coreProperties>
</file>